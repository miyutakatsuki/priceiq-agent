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JHU CAREY  ·  GENERATIVE AI  ·  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9090B"/>
                </a:solidFill>
                <a:latin typeface="Inter"/>
              </a:rPr>
              <a:t>PriceIQ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52525B"/>
                </a:solidFill>
                <a:latin typeface="Inter"/>
              </a:rPr>
              <a:t>A pricing decision agent grounded in 100,000 real e-commerce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Kangchun Sun  ·  Tao Cheng  ·  Maoyuan Li    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A correct pricing answer needs four kinds of evidence the LLM cannot fabricate.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QUANTITATIVE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Price elasticity β with a confidence interval — measured, not guessed.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CONTEXTUAL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Holiday proximity. Weather. Seasonality. Each is a separate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A single prompt cannot run OLS. A multi-step agent with typed tools can.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Problem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Two agents, five tools, one kill switch.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118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Planner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Sonnet 4.5  ·  XML few-shot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730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Executor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Haiku 4.5  ·  tool_use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44387" y="2948940"/>
            <a:ext cx="502920" cy="0"/>
          </a:xfrm>
          <a:prstGeom prst="line">
            <a:avLst/>
          </a:prstGeom>
          <a:ln w="11906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844387" y="25648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1A1AA"/>
                </a:solidFill>
                <a:latin typeface="Inter"/>
              </a:rPr>
              <a:t>JSON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366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SQL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Olist SQLite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17625" y="3429000"/>
            <a:ext cx="570128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19477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OLS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Elasticity β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56736" y="3429000"/>
            <a:ext cx="366217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8588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Demand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Holidays + season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95847" y="3429000"/>
            <a:ext cx="1623060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197699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Weather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OpenWeather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18907" y="3429000"/>
            <a:ext cx="41605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36810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Simulator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3-scenario CI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8907" y="3429000"/>
            <a:ext cx="245516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09647" y="5349240"/>
            <a:ext cx="7772400" cy="64008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400" b="0">
                <a:solidFill>
                  <a:srgbClr val="52525B"/>
                </a:solidFill>
                <a:latin typeface="Inter"/>
              </a:rPr>
              <a:t>Recommendation + verbatim causal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Sonnet plans, Haiku executes.    $0.029 / query — 53% cheaper than all-Sonnet, 22 pts more accurate than all-Haiku.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Architecture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LIVE DEMO  ·  GARDEN TOOLS −10%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9090B"/>
                </a:solidFill>
                <a:latin typeface="Inter"/>
              </a:rPr>
              <a:t>5 tools fire in 31 seconds. Three revenue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DC2626"/>
                </a:solidFill>
                <a:latin typeface="Inter"/>
              </a:rPr>
              <a:t>+33%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CENTRAL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52525B"/>
                </a:solidFill>
                <a:latin typeface="Inter"/>
              </a:rPr>
              <a:t>Revenue lift, 95% CI +21% to +46%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2525B"/>
                </a:solidFill>
                <a:latin typeface="Inter"/>
              </a:rPr>
              <a:t>β = −2.83  ·  highly elastic
Mother's Day demand × 1.16
Rain headwind × 0.94</a:t>
            </a:r>
          </a:p>
        </p:txBody>
      </p:sp>
      <p:pic>
        <p:nvPicPr>
          <p:cNvPr id="9" name="Picture 8" descr="demo_top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5852160" cy="40780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STREAMLIT  ·  CACHED DEMO TAB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Demo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REASONING RIGOR  ·  PROMPT VERSION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Same query, two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3 of 5 tools called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4023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75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47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Weather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Plan skips demand and weather. Answer correct in direction but missing context — Shortcut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5 of 5 tools called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0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53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Demand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5261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Weather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988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Same query plus 5 worked examples + 11-category list. Plan completes the full pipeline. +45% cost, complete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In agent design, the prompt is not a hint — it's a contract.
Without examples, the LLM honors the letter of the spec but not the intent.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PVC story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EVALUATION  ·  50 CASES  ·  LLM-AS-JUDGE  ·  3-RUN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9090B"/>
                </a:solidFill>
                <a:latin typeface="Inter"/>
              </a:rPr>
              <a:t>92% pass rate at $0.029 per query.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2926080"/>
            <a:ext cx="2560320" cy="2560320"/>
          </a:xfrm>
          <a:prstGeom prst="ellipse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1371600" y="2926080"/>
            <a:ext cx="2560320" cy="2560320"/>
          </a:xfrm>
          <a:prstGeom prst="pie">
            <a:avLst>
              <a:gd name="adj1" fmla="val -9000000"/>
              <a:gd name="adj2" fmla="val 241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5920" y="320040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490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PASS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09090B"/>
                </a:solidFill>
                <a:latin typeface="Inter"/>
              </a:rPr>
              <a:t>92%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6692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2525B"/>
                </a:solidFill>
                <a:latin typeface="Inter"/>
              </a:rPr>
              <a:t>46 of 50  ·  judge score 4.3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COST PER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74320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$0.029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703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vs $0.062 all-Sonnet  ·  vs $0.016 all-Haiku (76% pass)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CATEGORY 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75488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97%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692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same query → same category across 3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Multicollinearity warning: 100% on relevant cases.    Causal caveat: included on every successful run.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Eval &amp; FinOps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HONEST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9090B"/>
                </a:solidFill>
                <a:latin typeface="Inter"/>
              </a:rPr>
              <a:t>Six logged. Four fixed in this phase.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F-01  Memory threshold confused mid-loop — raised 8K → 30K, added explicit "finalize NOW" instruction.
F-02  Multicollinearity flipped β sign — reduced 7 predictors to 2, added diagnostic + fallback.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OPEN  ·  ACKNOWLEDGED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F-06  Out-of-scope query "weather in Tokyo?" mapped to telefonia instead of refusing. Tool 1's found:False recovered the run, ~$0.005 wasted.
Fix in v3 prompt — deferred.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Full log: Failure_Log_Phase2.md    Red-team: RT-01..RT-04 in Phase2_Final_Report §5.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Failures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9090B"/>
                </a:solidFill>
                <a:latin typeface="Inter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23360"/>
            <a:ext cx="548640" cy="25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22 files  ·  9 .py + 10 .md + 2 .json + 1 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10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10328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streamlit run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9437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294376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eval_suite.run_full_eval(n=50, consistency_runs=3)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1A1AA"/>
                </a:solidFill>
                <a:latin typeface="Inter"/>
              </a:rPr>
              <a:t>Sun  ·  Cheng  ·  Li      JHU Carey  ·  Generative 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